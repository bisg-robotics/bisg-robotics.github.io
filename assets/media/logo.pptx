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1822" userDrawn="1">
          <p15:clr>
            <a:srgbClr val="A4A3A4"/>
          </p15:clr>
        </p15:guide>
        <p15:guide id="2" pos="2479" userDrawn="1">
          <p15:clr>
            <a:srgbClr val="A4A3A4"/>
          </p15:clr>
        </p15:guide>
        <p15:guide id="3" orient="horz" pos="2205" userDrawn="1">
          <p15:clr>
            <a:srgbClr val="A4A3A4"/>
          </p15:clr>
        </p15:guide>
        <p15:guide id="4" pos="31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BCA9"/>
    <a:srgbClr val="0A26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580" y="56"/>
      </p:cViewPr>
      <p:guideLst>
        <p:guide pos="1822"/>
        <p:guide pos="2479"/>
        <p:guide orient="horz" pos="2205"/>
        <p:guide pos="31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5919D1-6907-47E0-9C37-CF115BDDE7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36B1017-E2A8-4ADB-91F7-85E802C0BC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349B68-A5C3-46F3-B166-0A74744A9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03170-10BB-4ECE-A803-6925E86BEF51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F14300-E567-4F86-A237-7E41051E7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FF53AD-B8FF-48A9-B53D-6ED93EC24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2AE0-DEC4-4DCA-95DA-1171B67DF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8909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8FCA9A-EE81-4E99-ACB7-6FF3D9710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5DDF66-8BAB-40E1-99B8-F919B27DC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09E723-A585-4D5A-8869-83AC6FFF9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03170-10BB-4ECE-A803-6925E86BEF51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9C922B-C28A-4F45-AA31-3871B982B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24F7F0-2536-4857-BCD8-D0F9CEB0C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2AE0-DEC4-4DCA-95DA-1171B67DF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5019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BC1214-31CD-4BD6-B6F4-1DE517D7E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717CF3-79CD-4529-99B2-F2FE54A28E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5D2C62-C014-45BC-8FA6-5AED15448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03170-10BB-4ECE-A803-6925E86BEF51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634A1F-871E-4E62-9E3F-56EF1DEBF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5E3479-2B91-4D3B-AB02-3AB0557E6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2AE0-DEC4-4DCA-95DA-1171B67DF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1231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DED2F9-E531-40B5-A770-CEABABBAB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585ABF-7C05-422F-8CF8-875A9BA5F8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E5CAC40-7723-4843-A64F-2EF75D4C48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35BE69-6B0E-437E-8170-1439DCE96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03170-10BB-4ECE-A803-6925E86BEF51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91F034-B4CA-4431-99EE-34C17E2E2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DEED82-F697-4D09-B0F0-3E41118B4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2AE0-DEC4-4DCA-95DA-1171B67DF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163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BA1ED1-77E7-4918-9B15-C5B007EAE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18BE7AE-84FB-4F3C-A49A-6471AE4DC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6232545-5450-4AE1-BDCF-07CA981B1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1005CC3-BD3E-4D42-80B2-BE1F3C409B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1458340-9476-4512-96DA-6EC06423C0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A9ABAED-D0BF-4797-B451-6E7CAF2CA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03170-10BB-4ECE-A803-6925E86BEF51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5774297-5C56-4D1F-9CC4-16478D016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2B76C6E-A4A9-4419-B4E4-0B5FA6A37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2AE0-DEC4-4DCA-95DA-1171B67DF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763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DAD189-4A78-44F7-BE15-3619BB352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72597EB-C1C8-4317-83A2-F90D03D25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03170-10BB-4ECE-A803-6925E86BEF51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E8DBE81-ECF6-4815-A846-6711BDA72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10E2AE8-6622-4C44-B5A1-35F18827D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2AE0-DEC4-4DCA-95DA-1171B67DF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6914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4F94E17-752D-4913-BAE0-3435018F1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03170-10BB-4ECE-A803-6925E86BEF51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97F64B0-CA69-4C24-B6D6-6561A4F7F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51B882-5E7E-459F-97B8-D9FA5321B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2AE0-DEC4-4DCA-95DA-1171B67DF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6736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36CEAD-0AAA-48B7-AAB4-E036BCD6C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4216C4-29B4-49C8-B825-A1E27E85B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D182A49-760D-4D0A-A65E-22C19C22E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CF2861F-B362-462F-821E-98043A260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03170-10BB-4ECE-A803-6925E86BEF51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38698D9-6D90-4BE2-A65C-3B7AC786B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39FAD7-7F45-4CFD-833C-516A6EE0D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2AE0-DEC4-4DCA-95DA-1171B67DF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9576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C19A64-2E61-4FE2-824A-7934E5B69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F8B343B-D1DE-45C2-B0C1-FF3A9C4663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2CFDD76-3E30-4A6C-B179-D472397D11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1A40F64-7894-4126-80BE-5B9D41132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03170-10BB-4ECE-A803-6925E86BEF51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52CD29C-981C-4B1E-A0E9-9540CCBF2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886172-6885-4FFF-9D71-6068C7538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2AE0-DEC4-4DCA-95DA-1171B67DF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5399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F5E192-BB7D-4BFE-8143-8DC4B4C2E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2EA25ED-9561-4663-B33F-F8AB933FD4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BC5409-011B-4C28-9CA0-1D520A342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03170-10BB-4ECE-A803-6925E86BEF51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7A39F6-3AE5-4203-8D52-69D227551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241E3B-31DF-412D-AE4C-D9404AEE6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2AE0-DEC4-4DCA-95DA-1171B67DF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0385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5885D61-C800-44EC-B3B6-DB523DD26B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C2AD617-20F6-4251-BBE0-7331430960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900331-6C59-443F-8084-3347F608C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03170-10BB-4ECE-A803-6925E86BEF51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FFC1DF-A1B0-49C7-A8CD-5B7F802A3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822B28-4CB1-4F3B-A406-79B326C2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2AE0-DEC4-4DCA-95DA-1171B67DF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7616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B1B25FC-41F0-43F6-B9F2-75BCDD5F9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2DAC2F9-1042-4FC4-AA10-B3185519A1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F65D11-D944-4F42-A901-36829FA127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03170-10BB-4ECE-A803-6925E86BEF51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7CDD7A-D57C-43D8-A61D-2A4142F006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B7B98E-5891-465D-A56E-8A8F3E7500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782AE0-DEC4-4DCA-95DA-1171B67DF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1257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459" y="577720"/>
            <a:ext cx="1196821" cy="119682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0406" y="292798"/>
            <a:ext cx="1953446" cy="195344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572326" y="3265508"/>
            <a:ext cx="474040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dirty="0" smtClean="0">
                <a:ln w="9525">
                  <a:solidFill>
                    <a:srgbClr val="0A267F"/>
                  </a:solidFill>
                  <a:prstDash val="solid"/>
                </a:ln>
                <a:solidFill>
                  <a:srgbClr val="0A267F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BISG-Robotics</a:t>
            </a:r>
            <a:endParaRPr lang="zh-CN" altLang="en-US" sz="5400" b="1" cap="none" spc="0" dirty="0">
              <a:ln w="9525">
                <a:solidFill>
                  <a:srgbClr val="0A267F"/>
                </a:solidFill>
                <a:prstDash val="solid"/>
              </a:ln>
              <a:solidFill>
                <a:srgbClr val="0A267F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7" name="矩形 6"/>
          <p:cNvSpPr/>
          <p:nvPr/>
        </p:nvSpPr>
        <p:spPr>
          <a:xfrm>
            <a:off x="3896140" y="3187146"/>
            <a:ext cx="86139" cy="318053"/>
          </a:xfrm>
          <a:prstGeom prst="rect">
            <a:avLst/>
          </a:prstGeom>
          <a:solidFill>
            <a:srgbClr val="4BBCA9"/>
          </a:solidFill>
          <a:ln>
            <a:solidFill>
              <a:srgbClr val="4BBC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 rot="2700000">
            <a:off x="5015945" y="3187146"/>
            <a:ext cx="86139" cy="318053"/>
          </a:xfrm>
          <a:prstGeom prst="rect">
            <a:avLst/>
          </a:prstGeom>
          <a:solidFill>
            <a:srgbClr val="4BBCA9"/>
          </a:solidFill>
          <a:ln>
            <a:solidFill>
              <a:srgbClr val="4BBC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 rot="-2700000">
            <a:off x="2849355" y="3182385"/>
            <a:ext cx="86139" cy="318053"/>
          </a:xfrm>
          <a:prstGeom prst="rect">
            <a:avLst/>
          </a:prstGeom>
          <a:solidFill>
            <a:srgbClr val="4BBCA9"/>
          </a:solidFill>
          <a:ln>
            <a:solidFill>
              <a:srgbClr val="4BBC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0638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1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Cao Yanjun</dc:creator>
  <cp:lastModifiedBy>bike</cp:lastModifiedBy>
  <cp:revision>18</cp:revision>
  <dcterms:created xsi:type="dcterms:W3CDTF">2025-11-09T11:47:02Z</dcterms:created>
  <dcterms:modified xsi:type="dcterms:W3CDTF">2026-02-11T06:48:43Z</dcterms:modified>
</cp:coreProperties>
</file>